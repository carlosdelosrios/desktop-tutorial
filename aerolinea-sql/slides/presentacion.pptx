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objetivo: vender plazas finitas y conciliar pagos sin duplicar información. Identificar participantes reales. Declarar desde el inicio qué se ejecutó y qué permanece pendiente.</a:t>
            </a:r>
          </a:p>
          <a:p>
            <a:r>
              <a:t>Tiempo: 60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un caso concreto: una persona compra para otra y paga en dos abonos. Una tabla plana duplicaría el precio al sumar los pagos. El objetivo es integridad relacional, con análisis descriptivo y sin modelos predictivos.</a:t>
            </a:r>
          </a:p>
          <a:p>
            <a:r>
              <a:t>Tiempo: 90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guía VIERNES pp. 21–23 y guía general pp. 21–24. No suponer que el nombre VIERNES identifica vigencia. Rúbrica de cuatro criterios, máximo 20. Confirmar calendario y páginas con el docente.</a:t>
            </a:r>
          </a:p>
          <a:p>
            <a:r>
              <a:t>Tiempo: 75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localhost de este entorno remoto no es la laptop. En local usar autenticación Windows y cifrado; Azure requiere FQDN y certificado válido. No se han creado recursos facturables.</a:t>
            </a:r>
          </a:p>
          <a:p>
            <a:r>
              <a:t>Tiempo: 90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las dos cadenas. Customer es inscripción opcional de Person. Un vuelo procede de un patrón semanal y ofrece asientos del avión. Canal comercial es distinto de aeropuerto. Mostrar el SVG ampliable si se necesita detalle.</a:t>
            </a:r>
          </a:p>
          <a:p>
            <a:r>
              <a:t>Tiempo: 120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afirmar que todo el físico es 3FN estricta. FlightSeat.AircraftId permite FK compuestas a vuelo y asiento físico; Ticket.CabinCode también está protegido por FK. Explicar anomalías evitadas y el límite de cada desnormalización.</a:t>
            </a:r>
          </a:p>
          <a:p>
            <a:r>
              <a:t>Tiempo: 105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la carrera por la última plaza: leer disponible e insertar por separado es insuficiente. El bloqueo global serializa las operaciones y el índice impide dos activos incluso en una escritura directa. Conceder el costo de bajo paralelismo y que los 45 minutos son supuesto académico.</a:t>
            </a:r>
          </a:p>
          <a:p>
            <a:r>
              <a:t>Tiempo: 120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Seguir el caso de dos pagos. La devolución es contable y sintética: no hay integración bancaria. XACT_ABORT, TRY/CATCH y THROW revierten toda la unidad de trabajo ante error. El operador no puede saltarse la API con DML directo.</a:t>
            </a:r>
          </a:p>
          <a:p>
            <a:r>
              <a:t>Tiempo: 105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generación de insumos de carga SQL real. La muestra cubre ambas cabinas, canales, inscritos/invitados, pagos múltiples y cancelaciones. No generalizar patrones sintéticos al mercado.</a:t>
            </a:r>
          </a:p>
          <a:p>
            <a:r>
              <a:t>Tiempo: 90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Q01, Q03 y Q15 en el guion de demo. Definir ocupación reservada y pagada y el denominador de capacidad. Q04 usa fecha de caja; Q03 usa cohorte de venta. No mostrar cifras SQL inexistentes. Tras la ejecución, incorporar las tablas y figuras reales.</a:t>
            </a:r>
          </a:p>
          <a:p>
            <a:r>
              <a:t>Tiempo: 105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exactamente lo observado: las comprobaciones de Python no demuestran ejecución T-SQL. La prueba concurrente exige un éxito y un rechazo y solo debe mostrarse como resultado cuando se ejecute. En la demo usar la base _Test aislada.</a:t>
            </a:r>
          </a:p>
          <a:p>
            <a:r>
              <a:t>Tiempo: 90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guía, configuración y script preparados. Cuando se autorice y despliegue, demostrar una consulta real de nube. Una captura local no satisface el requisito. Si aún no existe ejecución, reconocerlo como pendiente de la entrega académica.</a:t>
            </a:r>
          </a:p>
          <a:p>
            <a:r>
              <a:t>Tiempo: 90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respondiendo a los objetivos sin afirmar éxito de operaciones no ejecutadas. Citar informe §15 para fuentes oficiales y anexos para trazabilidad. Confirmar líder, miembros activos y próximos pasos reales. No inventar resultados ni contribuciones.</a:t>
            </a:r>
          </a:p>
          <a:p>
            <a:r>
              <a:t>Tiempo: 60 segundos. Total de exposición: 1200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Una plaza, una venta válida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E5B95C"/>
                </a:solidFill>
                <a:latin typeface="Arial"/>
              </a:defRPr>
            </a:pPr>
            <a:r>
              <a:t>Base de datos de aerolínea · PAC PSMA00611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Participantes activos y líder: [POR COMPLETAR]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10712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SQL Server + Python; datos sintéticos en 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5254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Versión preparada: ejecución SQL y Azure pendientes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60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Problema, objetivos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Comprar sin registro; comprador y pasajero pueden diferir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Evitar dos reservas activas del mismo asiento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Distinguir contratos, cobros y reembolsos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Alcance: un pasajero y un vuelo por tiquete; dos cabinas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Requisitos con fuente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Nube, modelo, tablas, DML, vistas y procedimientos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GitHub; 10–15 diapositivas, 20 minutos, exposición aleatoria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46 filas de trazabilidad; fuentes separadas de supuestos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Calendario discrepante y mínimo de páginas sin cifra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75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Arquitectura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09728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120" y="1938528"/>
            <a:ext cx="4339453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44068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 SSMS administra; SQL Server almacena; Python automatiza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 Windows local y Azure son destinos con evidencia separada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Del concepto a las relaciones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09728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o_conceptual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453881"/>
            <a:ext cx="10515600" cy="2078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44068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 Persona → tiquete → pagos → reembolso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 Ruta → programación → vuelo → plaza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120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Normalización e historia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Dependencias funcionales y claves candidatas explícitas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Sin listas de pagos ni repetición de aeropuertos por venta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Precio de venta es un hecho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Excepciones físicas: AircraftId, CabinCode y precio calculado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105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Integridad de plazas y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Inventario por asiento; capacidad por cabina = conteo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FK + CHECK + índice único de asiento activo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Transacción + bloqueo de escritura compartido por la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Avión y tripulación: intervalos sin solapar, más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120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Venta, cobro y cancelación atómicos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HELD → PARTIAL → PAID; cancelación conserva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Pago fallido no cuenta; cobro confirmado no excede saldo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UUID estable evita duplicar reintentos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Cancelación devuelve cobros y libera plaza en una transacción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105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Python y datos reproducibles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Semilla 6112026; 32 vuelos y 896 solicitudes planeadas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pyodbc + parámetros; GO procesado por el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CSV y figuras solo a partir de consultas ejecutadas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Hashes y destino en cada manifiesto de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Análisis que concilia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18 consultas: ocupación, canales, saldos, caja y flota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Pagos agregados por tiquete antes del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Ventas netas = caja neta + saldo, según la cohorte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Sin costos no se calcula rentabilidad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105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Pruebas: evidencia y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21 pruebas offline superadas; 18 SELECT analizados parcialmente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34 pruebas SQL preparadas y pendientes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Dos sesiones competirán por la última plaza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Motor remoto: descarga bloqueada; laptop aún no comprobada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Azure y demostración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Desarrollo local primero; despliegue Azure aún 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Certificado validado y acceso limitado al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Evidencia necesaria: EngineEdition=5 + consultas y pruebas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GitHub se publica solo con autorización del 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90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CCBD7"/>
                </a:solidFill>
                <a:latin typeface="Arial"/>
              </a:defRPr>
            </a:pPr>
            <a:r>
              <a:t>PSMA00611  /  BASES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Conclusiones y cierre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Modelo e implementación integral, con decisiones justificadas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1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Reproducibilidad offline comprobada; SQL por verificar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962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Completar pruebas, evidencia Azure y aportes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91456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•  Todos deben defender modelo, consulta, regla y limitación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CCBD7"/>
                </a:solidFill>
                <a:latin typeface="Arial"/>
              </a:defRPr>
            </a:pPr>
            <a:r>
              <a:t>Datos sintéticos · Tiempo de esta lámina: 60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E5B95C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